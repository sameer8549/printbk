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>
  <p:sldIdLst>
    <p:sldId xmlns:r="http://schemas.openxmlformats.org/officeDocument/2006/relationships" id="256" r:id="rId1"/>
    <p:sldId xmlns:r="http://schemas.openxmlformats.org/officeDocument/2006/relationships" id="257" r:id="rId2"/>
    <p:sldId xmlns:r="http://schemas.openxmlformats.org/officeDocument/2006/relationships" id="258" r:id="rId3"/>
    <p:sldId xmlns:r="http://schemas.openxmlformats.org/officeDocument/2006/relationships" id="259" r:id="rId4"/>
  </p:sldIdLst>
  <p:sldSz cx="12192000" cy="6858000" type="screen16x9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" Target="slides/slide4.xml"/>
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Title"/>
          <p:cNvSpPr/>
          <p:nvPr/>
        </p:nvSpPr>
        <p:spPr/>
        <p:txBody>
          <a:bodyPr/>
          <a:p>
            <a:r>
              <a:t>Slide 1: 16:9 Landscape Title</a:t>
            </a:r>
          </a:p>
          <a:p>
            <a:r>
              <a:t>Standard widescreen presentation introduction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Title"/>
          <p:cNvSpPr/>
          <p:nvPr/>
        </p:nvSpPr>
        <p:spPr/>
        <p:txBody>
          <a:bodyPr/>
          <a:p>
            <a:r>
              <a:t>Slide 2: 4:3 Content Slide</a:t>
            </a:r>
          </a:p>
          <a:p>
            <a:r>
              <a:t>Legacy standard aspect presentation slide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Title"/>
          <p:cNvSpPr/>
          <p:nvPr/>
        </p:nvSpPr>
        <p:spPr/>
        <p:txBody>
          <a:bodyPr/>
          <a:p>
            <a:r>
              <a:t>Slide 3: Portrait Layout Document</a:t>
            </a:r>
          </a:p>
          <a:p>
            <a:r>
              <a:t>Vertical orientation slide data sheet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rot="5400000"/>
      </p:grpSpPr>
      <p:sp>
        <p:nvSpPr>
          <p:cNvPr id="2" name="Title"/>
          <p:cNvSpPr/>
          <p:nvPr/>
        </p:nvSpPr>
        <p:spPr/>
        <p:txBody>
          <a:bodyPr/>
          <a:p>
            <a:r>
              <a:t>Slide 4: Rotated Slide 90 Deg</a:t>
            </a:r>
          </a:p>
          <a:p>
            <a:r>
              <a:t>Slide containing 90 degree rotated content block</a:t>
            </a:r>
          </a:p>
        </p:txBody>
      </p:sp>
    </p:spTree>
  </p:cSld>
</p:sld>
</file>